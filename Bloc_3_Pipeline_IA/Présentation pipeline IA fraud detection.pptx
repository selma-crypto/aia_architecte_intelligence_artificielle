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26b2b5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26b2b5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826b2b53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826b2b53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826b2b53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826b2b53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26b2b53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26b2b53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826b2b53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826b2b53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26b2b53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26b2b53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bs5Zlbsul54UiEeWMt1QHrxZ8p7ZCtys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100"/>
              <a:t>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025550" y="167325"/>
            <a:ext cx="7297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Comprendre et </a:t>
            </a:r>
            <a:r>
              <a:rPr lang="fr" sz="2500">
                <a:solidFill>
                  <a:schemeClr val="dk2"/>
                </a:solidFill>
              </a:rPr>
              <a:t>anticiper</a:t>
            </a:r>
            <a:r>
              <a:rPr lang="fr" sz="2500">
                <a:solidFill>
                  <a:schemeClr val="dk2"/>
                </a:solidFill>
              </a:rPr>
              <a:t> la fraude 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750" y="727750"/>
            <a:ext cx="6207976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025550" y="4338850"/>
            <a:ext cx="6784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2"/>
                </a:solidFill>
              </a:rPr>
              <a:t>Comment stopper la fraude bancaire en temps réel?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875" y="1097700"/>
            <a:ext cx="8294949" cy="36937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21450" y="202500"/>
            <a:ext cx="391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</a:rPr>
              <a:t>Architecture du pipeline</a:t>
            </a:r>
            <a:r>
              <a:rPr lang="fr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940875" y="267525"/>
            <a:ext cx="22425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500">
                <a:solidFill>
                  <a:srgbClr val="0E3449"/>
                </a:solidFill>
              </a:rPr>
              <a:t>Modèle ML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0" y="1171575"/>
            <a:ext cx="73628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725" y="815500"/>
            <a:ext cx="8599067" cy="402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Vidé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775" y="43725"/>
            <a:ext cx="7055024" cy="5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50" y="364100"/>
            <a:ext cx="543600" cy="36363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956575" y="243050"/>
            <a:ext cx="5418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</a:rPr>
              <a:t>Conclusion et </a:t>
            </a:r>
            <a:r>
              <a:rPr lang="fr" sz="2500">
                <a:solidFill>
                  <a:srgbClr val="0E3449"/>
                </a:solidFill>
              </a:rPr>
              <a:t>Perspective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956575" y="899325"/>
            <a:ext cx="62301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Apport clés du modèle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Mieux comprendre le risque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détecter la fraude sans bloquer inutilement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décider quand et ou agir en priorité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956575" y="2782925"/>
            <a:ext cx="62301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Evolution possibles</a:t>
            </a:r>
            <a:r>
              <a:rPr lang="fr" sz="1800">
                <a:solidFill>
                  <a:schemeClr val="dk2"/>
                </a:solidFill>
              </a:rPr>
              <a:t>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Données enrichies et réelles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Détection de nouveaux comportements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ajustement automatique selon le profil client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